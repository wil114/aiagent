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73152" cy="3200400"/>
          </a:xfrm>
          <a:prstGeom prst="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海外市场情报雷达系统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 · 3+1人机协同 · 实时战略决策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5720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翻斗花园牛爷爷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3名人类 + 1名AI | 珠宝出海 × Vibe Coding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2148840"/>
            <a:ext cx="640080" cy="640080"/>
          </a:xfrm>
          <a:prstGeom prst="ellipse">
            <a:avLst/>
          </a:prstGeom>
          <a:solidFill>
            <a:srgbClr val="0070F3">
              <a:alpha val="92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828800"/>
            <a:ext cx="1280160" cy="1280160"/>
          </a:xfrm>
          <a:prstGeom prst="ellipse">
            <a:avLst/>
          </a:prstGeom>
          <a:solidFill>
            <a:srgbClr val="0070F3">
              <a:alpha val="94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1508760"/>
            <a:ext cx="1920240" cy="1920240"/>
          </a:xfrm>
          <a:prstGeom prst="ellipse">
            <a:avLst/>
          </a:prstGeom>
          <a:solidFill>
            <a:srgbClr val="0070F3">
              <a:alpha val="96000"/>
            </a:srgbClr>
          </a:solidFill>
          <a:ln w="12700">
            <a:solidFill>
              <a:srgbClr val="0070F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路演议程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3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珠宝出海的真实现状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3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解决方案与Vibe 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Agent架构与技术实现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3"/>
                </a:solidFill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核心功能与产品截图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3"/>
                </a:solidFill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6072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风控与安全机制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幻觉校验与熔断降级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0233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3"/>
                </a:solidFill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团队与落地价值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3+1人机协同与总结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4E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业务痛点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出海企业面临的决策困境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出海企业：信息即命脉，滞后即天价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2743200"/>
          </a:xfrm>
          <a:prstGeom prst="rect">
            <a:avLst>
              <a:gd name="adj" fmla="val 3448"/>
            </a:avLst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市场极度分散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覆盖中/日/韩/美等市场，多语言信源人工监控成本极高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2743200"/>
          </a:xfrm>
          <a:prstGeom prst="rect">
            <a:avLst>
              <a:gd name="adj" fmla="val 3448"/>
            </a:avLst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反应严重滞后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竞品降价后3周才获知，错失最佳防御窗口，损失大量营收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2743200"/>
          </a:xfrm>
          <a:prstGeom prst="rect">
            <a:avLst>
              <a:gd name="adj" fmla="val 3448"/>
            </a:avLst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AI幻觉风险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通用大模型易生成绝对化表述，未经校验直接用于业务决策会带来合规灾难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8412480" cy="640080"/>
          </a:xfrm>
          <a:prstGeom prst="rect">
            <a:avLst>
              <a:gd name="adj" fmla="val 11429"/>
            </a:avLst>
          </a:prstGeom>
          <a:solidFill>
            <a:srgbClr val="FEF9E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目标用户：全球珠宝出海集团 | 业务痛点：情报分析人效低、准确率低、响应慢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解决方案与Vibe Coding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C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Agent协作流水线及创新开发范式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6大Agent协作流水线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1316736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1952" y="128016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901952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36192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852928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633472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8144" y="1280160"/>
            <a:ext cx="731520" cy="7315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72384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389120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9664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12801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08576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925312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5705856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1280160"/>
            <a:ext cx="731520" cy="73152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44768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5400000">
            <a:off x="7461504" y="1581912"/>
            <a:ext cx="128016" cy="128016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1645920"/>
            <a:ext cx="21945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28016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8096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926080"/>
            <a:ext cx="8412480" cy="1645920"/>
          </a:xfrm>
          <a:prstGeom prst="rect">
            <a:avLst>
              <a:gd name="adj" fmla="val 5556"/>
            </a:avLst>
          </a:prstGeom>
          <a:solidFill>
            <a:srgbClr val="F7F7F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Scout: 抓取多市场情报 </a:t>
            </a:r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Parser: 提取竞品实体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Validator: 校验打分拦截幻觉
</a:t>
            </a:r>
            <a:pPr algn="ctr"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Analyst: 文心模型战略分析 </a:t>
            </a:r>
            <a:pPr algn="ctr"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Briefing: 结构化分发 </a:t>
            </a:r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Human: 人工复核兜底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技术实现与 Vibe Coding 范式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280160"/>
          </a:xfrm>
          <a:prstGeom prst="rect">
            <a:avLst>
              <a:gd name="adj" fmla="val 7143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开发流程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 需求解析：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Kimi 深度解析图片素材与赛题要求，梳理业务逻辑树。
</a:t>
            </a:r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步骤2 AI全栈开发：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百度秒哒 平台完成系统架构、组件开发与迭代测试，实现全代码自动化编写。
</a:t>
            </a:r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步骤3 部署与交付：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基于秒哒一键部署前端与云函数，快速拉通闭环。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2011680"/>
          </a:xfrm>
          <a:prstGeom prst="rect">
            <a:avLst>
              <a:gd name="adj" fmla="val 4545"/>
            </a:avLst>
          </a:prstGeom>
          <a:solidFill>
            <a:srgbClr val="E0E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核心技术底座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前端架构：</a:t>
            </a:r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+ Vite + Tailwind CSS + shadcn/ui，全响应式设计。
</a:t>
            </a:r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后端与通信：</a:t>
            </a:r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Edge Functions 无服务器架构，SSE 流式输出保障零延迟体验。
</a:t>
            </a:r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AI引擎集成：</a:t>
            </a:r>
            <a:pPr algn="l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百度AI搜索（实时数据侦察） + 文心大模型（战略分析与简报生成）。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产品截图与核心交互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核心产品界面：高管全局视野与风控追踪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2926080"/>
          </a:xfrm>
          <a:prstGeom prst="rect">
            <a:avLst>
              <a:gd name="adj" fmla="val 1563"/>
            </a:avLst>
          </a:prstGeom>
          <a:solidFill>
            <a:srgbClr val="F8FAFC"/>
          </a:solidFill>
          <a:ln w="25400"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产品截图位置 1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【高管情报仪表盘与多源置信度】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(请在此处插入真实产品界面截图)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亮点：机会/风险四象限分布，红绿灯置信度一眼看懂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3840480" cy="2926080"/>
          </a:xfrm>
          <a:prstGeom prst="rect">
            <a:avLst>
              <a:gd name="adj" fmla="val 1563"/>
            </a:avLst>
          </a:prstGeom>
          <a:solidFill>
            <a:srgbClr val="F8FAFC"/>
          </a:solidFill>
          <a:ln w="25400"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产品截图位置 2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【人工复核与风控日志页】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(请在此处插入真实产品界面截图)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亮点：熔断状态监控、历史错误分布图表、四级降级记录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风控安全体系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解决AI幻觉，保障业务安全可运行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多源评分 + Validator：让AI输出可信任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91840"/>
          </a:xfrm>
          <a:prstGeom prst="rect">
            <a:avLst>
              <a:gd name="adj" fmla="val 2778"/>
            </a:avLst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多源置信度打分公式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(独立来源数 x 30%)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(信源可靠度 x 40%)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(信息一致性 x 30%)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结果分级：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&gt;80分: 绿灯(已确认) | 50-80分: 黄灯(推测) | &lt;50分: 红灯(传闻拦截)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291840"/>
          </a:xfrm>
          <a:prstGeom prst="rect">
            <a:avLst>
              <a:gd name="adj" fmla="val 2778"/>
            </a:avLst>
          </a:prstGeom>
          <a:solidFill>
            <a:srgbClr val="FEF9E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 幻觉校验机制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绝对化表述检测：
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拦截包含“绝对、一定、最”的情报。
</a:t>
            </a:r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冲突判定：
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对来源间的互相矛盾进行标记。
</a:t>
            </a:r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实时性校验：
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超期陈旧数据降级处理。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熔断器 + 降级策略：系统失控时的安全网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91840"/>
          </a:xfrm>
          <a:prstGeom prst="rect">
            <a:avLst>
              <a:gd name="adj" fmla="val 2778"/>
            </a:avLst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全局熔断器触发机制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291840" cy="457200"/>
          </a:xfrm>
          <a:prstGeom prst="rect">
            <a:avLst>
              <a:gd name="adj" fmla="val 10000"/>
            </a:avLst>
          </a:prstGeom>
          <a:solidFill>
            <a:srgbClr val="EF4444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监控：单日接口错误率实时计算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291840" cy="457200"/>
          </a:xfrm>
          <a:prstGeom prst="rect">
            <a:avLst>
              <a:gd name="adj" fmla="val 10000"/>
            </a:avLst>
          </a:prstGeom>
          <a:solidFill>
            <a:srgbClr val="EF4444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触发：错误率 &gt; 20% 自动熔断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291840" cy="457200"/>
          </a:xfrm>
          <a:prstGeom prst="rect">
            <a:avLst>
              <a:gd name="adj" fmla="val 10000"/>
            </a:avLst>
          </a:prstGeom>
          <a:solidFill>
            <a:srgbClr val="EF4444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拦截：停止AI自动化发布简报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3291840" cy="457200"/>
          </a:xfrm>
          <a:prstGeom prst="rect">
            <a:avLst>
              <a:gd name="adj" fmla="val 10000"/>
            </a:avLst>
          </a:prstGeom>
          <a:solidFill>
            <a:srgbClr val="EF4444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恢复：错误率 &lt; 15% 且人工确认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23360" cy="3291840"/>
          </a:xfrm>
          <a:prstGeom prst="rect">
            <a:avLst>
              <a:gd name="adj" fmla="val 2778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四级降级与人工接管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7760" y="164592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缓存降级：API超时 &gt; 30s，返回缓存数据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28600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置信降级：高危幻觉强制降至30分提示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92608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人工接管：触发熔断后转入人工复核队列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566160"/>
            <a:ext cx="36576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一键回滚：已发布错误内容可立刻撤销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团队与落地价值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3+1人机协同与项目总结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团队介绍：翻斗花园牛爷爷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>
              <a:gd name="adj" fmla="val 10000"/>
            </a:avLst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组织架构：全新的「3+1」人机协同模式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在Vibe Coding时代，AI已成为最核心的“第四位团队成员”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023360" cy="2194560"/>
          </a:xfrm>
          <a:prstGeom prst="rect">
            <a:avLst>
              <a:gd name="adj" fmla="val 41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🧑‍💻 3名人类成员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业务分析与产品架构设计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核心Prompt工程调优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界面体验与风控逻辑把控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负责“做正确的事”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4023360" cy="2194560"/>
          </a:xfrm>
          <a:prstGeom prst="rect">
            <a:avLst>
              <a:gd name="adj" fmla="val 4167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1名AI成员（百度秒哒）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全栈应用与组件代码编写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Bug修复与自动化调试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一键打包与云端部署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负责“正确的做事”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落地价值：打通情报到执行的闭环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371600"/>
          </a:xfrm>
          <a:prstGeom prst="rect">
            <a:avLst>
              <a:gd name="adj" fmla="val 6667"/>
            </a:avLst>
          </a:prstGeom>
          <a:solidFill>
            <a:srgbClr val="F7F7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【三级架构分发网络】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总部决策 (HQ)：评估全盘战略，如针对日本竞品降价调整亚太定价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区域管理 (Region)：区域化资源调度，如北美市场的合规宣发自查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门店执行 (Store)：末端行动指南，如一线导购的话术更新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651760" cy="1828800"/>
          </a:xfrm>
          <a:prstGeom prst="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0F3"/>
                </a:solidFill>
              </a:rPr>
              <a:t>80%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节省人工分析成本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2651760" cy="1828800"/>
          </a:xfrm>
          <a:prstGeom prst="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0F3"/>
                </a:solidFill>
              </a:rPr>
              <a:t>5大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0040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核心语种无缝覆盖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560320"/>
            <a:ext cx="2651760" cy="1828800"/>
          </a:xfrm>
          <a:prstGeom prst="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70F3"/>
                </a:solidFill>
              </a:rPr>
              <a:t>24h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3504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缩短战略反应周期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A4E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754880"/>
            <a:ext cx="457200" cy="228600"/>
          </a:xfrm>
          <a:prstGeom prst="rect">
            <a:avLst>
              <a:gd name="adj" fmla="val 48000"/>
            </a:avLst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83667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落地价值与总结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 (15%)：
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多Agent架构直击“情报-&gt;决策”刚需，重塑作业流。
</a:t>
            </a:r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 (20%)：
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Kimi解析 + 百度秒哒开发 的Vibe Coding，Edge Functions+流式高可用。
</a:t>
            </a:r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业务潜力 (25%)：
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解决出海企业真实痛点，高度标准化，具备极强付费SaaS潜力。
</a:t>
            </a:r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风控安全 (20%)：
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评分体系+幻觉校验+熔断降级，坚守业务安全底线。
</a:t>
            </a:r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非技术可理解度 (10%)：
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红绿灯式展示、白话交互，真正赋能业务决策层。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海外市场情报雷达系统 - 项目路演</dc:title>
  <dc:subject>PptxGenJS Presentation</dc:subject>
  <dc:creator>翻斗花园牛爷爷</dc:creator>
  <cp:lastModifiedBy>翻斗花园牛爷爷</cp:lastModifiedBy>
  <cp:revision>1</cp:revision>
  <dcterms:created xsi:type="dcterms:W3CDTF">2026-05-23T08:31:35Z</dcterms:created>
  <dcterms:modified xsi:type="dcterms:W3CDTF">2026-05-23T08:31:35Z</dcterms:modified>
</cp:coreProperties>
</file>