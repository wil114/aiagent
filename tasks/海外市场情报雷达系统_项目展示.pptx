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海外市场情报雷达系统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21488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ECA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AI智览全球市场动态 · 多源分析生成战略简报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0"/>
          </a:xfrm>
          <a:prstGeom prst="line">
            <a:avLst/>
          </a:prstGeom>
          <a:noFill/>
          <a:ln w="25400">
            <a:solidFill>
              <a:srgbClr val="FB8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063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团队成员：3名九年级学生 + 1名指导老师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0" y="3657600"/>
            <a:ext cx="2194560" cy="365760"/>
          </a:xfrm>
          <a:prstGeom prst="rect">
            <a:avLst>
              <a:gd name="adj" fmla="val 50000"/>
            </a:avLst>
          </a:prstGeom>
          <a:solidFill>
            <a:srgbClr val="FB850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科技创新项目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548640" cy="54864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280160"/>
            <a:ext cx="832104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80160"/>
            <a:ext cx="91440" cy="594360"/>
          </a:xfrm>
          <a:prstGeom prst="rect">
            <a:avLst>
              <a:gd name="adj" fmla="val 30000"/>
            </a:avLst>
          </a:prstGeom>
          <a:solidFill>
            <a:srgbClr val="FB85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痛点与市场机会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51960" y="12801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全球化企业的情报困境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039112"/>
            <a:ext cx="832104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39112"/>
            <a:ext cx="91440" cy="594360"/>
          </a:xfrm>
          <a:prstGeom prst="rect">
            <a:avLst>
              <a:gd name="adj" fmla="val 30000"/>
            </a:avLst>
          </a:prstGeom>
          <a:solidFill>
            <a:srgbClr val="FB85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3911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20391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系统解决方案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51960" y="20391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三层雷达 + 多Agent协作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798064"/>
            <a:ext cx="832104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798064"/>
            <a:ext cx="91440" cy="594360"/>
          </a:xfrm>
          <a:prstGeom prst="rect">
            <a:avLst>
              <a:gd name="adj" fmla="val 30000"/>
            </a:avLst>
          </a:prstGeom>
          <a:solidFill>
            <a:srgbClr val="FB85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9806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279806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技术创新与风控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51960" y="279806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分层分析 + 工业级安全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557016"/>
            <a:ext cx="832104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557016"/>
            <a:ext cx="91440" cy="594360"/>
          </a:xfrm>
          <a:prstGeom prst="rect">
            <a:avLst>
              <a:gd name="adj" fmla="val 30000"/>
            </a:avLst>
          </a:prstGeom>
          <a:solidFill>
            <a:srgbClr val="FB85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5701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55701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商业价值与ROI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51960" y="355701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量化成效与评分覆盖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4315968"/>
            <a:ext cx="832104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315968"/>
            <a:ext cx="91440" cy="594360"/>
          </a:xfrm>
          <a:prstGeom prst="rect">
            <a:avLst>
              <a:gd name="adj" fmla="val 30000"/>
            </a:avLst>
          </a:prstGeom>
          <a:solidFill>
            <a:srgbClr val="FB85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31596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88720" y="43159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团队与展望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51960" y="43159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成员介绍与项目总结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5820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痛点与市场机会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8ECA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全球化消费企业的情报分析困境与AI破局之道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全球化企业的三大情报困境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457200" cy="4572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371600"/>
            <a:ext cx="2590800" cy="256032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590800" cy="91440"/>
          </a:xfrm>
          <a:prstGeom prst="rect">
            <a:avLst>
              <a:gd name="adj" fmla="val 30000"/>
            </a:avLst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14325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⏳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极度耗时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316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一篇包含多语种的跨市场情报简报，人工平均需要4-6小时完成。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371600"/>
            <a:ext cx="2590800" cy="256032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6600" y="1371600"/>
            <a:ext cx="2590800" cy="91440"/>
          </a:xfrm>
          <a:prstGeom prst="rect">
            <a:avLst>
              <a:gd name="adj" fmla="val 30000"/>
            </a:avLst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🌫️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13760" y="233172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幻觉与噪音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13760" y="2743200"/>
            <a:ext cx="2316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通用大模型常编造不存在的法规，或被单一水军帖误导判断。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41720" y="1371600"/>
            <a:ext cx="2590800" cy="256032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1720" y="1371600"/>
            <a:ext cx="2590800" cy="91440"/>
          </a:xfrm>
          <a:prstGeom prst="rect">
            <a:avLst>
              <a:gd name="adj" fmla="val 30000"/>
            </a:avLst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7162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78880" y="233172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错失窗口期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78880" y="2743200"/>
            <a:ext cx="2316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日本降价、美国合规收紧等信号，往往在两周后才传导到国内。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5820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系统解决方案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8ECA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三层雷达架构 × 多Agent协作 × 工业级风控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三层雷达系统架构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457200" cy="45720"/>
          </a:xfrm>
          <a:prstGeom prst="rect">
            <a:avLst/>
          </a:prstGeom>
          <a:solidFill>
            <a:srgbClr val="FB8500"/>
          </a:solidFill>
          <a:ln/>
        </p:spPr>
      </p:sp>
      <p:pic>
        <p:nvPicPr>
          <p:cNvPr id="4" name="Image 0" descr="/workspace/app-btvkxctz25mp/tasks/ppt_image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05840"/>
            <a:ext cx="832104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5820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多Agent协作流水线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457200" cy="45720"/>
          </a:xfrm>
          <a:prstGeom prst="rect">
            <a:avLst/>
          </a:prstGeom>
          <a:solidFill>
            <a:srgbClr val="FB8500"/>
          </a:solidFill>
          <a:ln/>
        </p:spPr>
      </p:sp>
      <p:pic>
        <p:nvPicPr>
          <p:cNvPr id="4" name="Image 0" descr="/workspace/app-btvkxctz25mp/tasks/ppt_images/agent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05840"/>
            <a:ext cx="832104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297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采集Agent → 分析Agent → Validator风控校验 → 人工复核终审，四层把关确保输出质量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45820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技术创新与风控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8ECA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L1-L2-L3分层分析 × 跨市场时差雷达 × 工业级安全体系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L1-L2-L3 分层分析详解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457200" cy="4572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280160"/>
            <a:ext cx="404622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80160"/>
            <a:ext cx="4046220" cy="73152"/>
          </a:xfrm>
          <a:prstGeom prst="rect">
            <a:avLst>
              <a:gd name="adj" fmla="val 25000"/>
            </a:avLst>
          </a:prstGeom>
          <a:solidFill>
            <a:srgbClr val="023047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417320"/>
            <a:ext cx="3826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 信号采集层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1208" y="1737360"/>
            <a:ext cx="3826764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百度AI搜索实时抓取全网情报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多语种信源自动汇总与去重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覆盖美/日/韩/东南亚/中国内地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平均响应时间 &lt; 30秒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86300" y="1280160"/>
            <a:ext cx="404622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6300" y="1280160"/>
            <a:ext cx="4046220" cy="73152"/>
          </a:xfrm>
          <a:prstGeom prst="rect">
            <a:avLst>
              <a:gd name="adj" fmla="val 25000"/>
            </a:avLst>
          </a:prstGeom>
          <a:solidFill>
            <a:srgbClr val="219EBC"/>
          </a:solidFill>
          <a:ln/>
        </p:spPr>
      </p:sp>
      <p:sp>
        <p:nvSpPr>
          <p:cNvPr id="10" name="Text 8"/>
          <p:cNvSpPr/>
          <p:nvPr/>
        </p:nvSpPr>
        <p:spPr>
          <a:xfrm>
            <a:off x="4796028" y="1417320"/>
            <a:ext cx="3826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9EB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L2 洞察分析层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96028" y="1737360"/>
            <a:ext cx="3826764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文心大模型深度语义解析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变化检测：什么变了/和谁比/速度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多源交叉验证提升置信度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生成人话版战略解读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063240"/>
            <a:ext cx="404622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063240"/>
            <a:ext cx="4046220" cy="73152"/>
          </a:xfrm>
          <a:prstGeom prst="rect">
            <a:avLst>
              <a:gd name="adj" fmla="val 25000"/>
            </a:avLst>
          </a:prstGeom>
          <a:solidFill>
            <a:srgbClr val="FB8500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" y="3200400"/>
            <a:ext cx="3826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85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 跨市场传导层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1208" y="3520440"/>
            <a:ext cx="3826764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识别领先市场 vs 滞后市场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量化窗口期与传导路径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时差雷达：提前5天预测波动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命中率高达85%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6300" y="3063240"/>
            <a:ext cx="404622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6300" y="3063240"/>
            <a:ext cx="4046220" cy="73152"/>
          </a:xfrm>
          <a:prstGeom prst="rect">
            <a:avLst>
              <a:gd name="adj" fmla="val 25000"/>
            </a:avLst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4796028" y="3200400"/>
            <a:ext cx="3826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输出：战略简报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96028" y="3520440"/>
            <a:ext cx="3826764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完整版：全量数据+深度分析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精简版：仅展示关键事件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应急版：仅限紧急critical事件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支持版本回滚与人工标记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5820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跨市场机会时差雷达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457200" cy="4572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371600"/>
            <a:ext cx="2377440" cy="1188720"/>
          </a:xfrm>
          <a:prstGeom prst="rect">
            <a:avLst>
              <a:gd name="adj" fmla="val 11538"/>
            </a:avLst>
          </a:prstGeom>
          <a:solidFill>
            <a:srgbClr val="FB85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508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跨市场传导命中率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63240" y="1371600"/>
            <a:ext cx="5669280" cy="530352"/>
          </a:xfrm>
          <a:prstGeom prst="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545336"/>
            <a:ext cx="182880" cy="182880"/>
          </a:xfrm>
          <a:prstGeom prst="ellipse">
            <a:avLst/>
          </a:prstGeom>
          <a:solidFill>
            <a:srgbClr val="023047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3716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领先市场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37160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政策变化/价格波动的首发地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63240" y="2029968"/>
            <a:ext cx="5669280" cy="530352"/>
          </a:xfrm>
          <a:prstGeom prst="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203704"/>
            <a:ext cx="182880" cy="18288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02996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9EB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滞后市场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202996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信号尚未传导到的目标市场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63240" y="2688336"/>
            <a:ext cx="5669280" cy="530352"/>
          </a:xfrm>
          <a:prstGeom prst="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2862072"/>
            <a:ext cx="182880" cy="18288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68833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B85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268833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提前5.2天预警的可行动时间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566160"/>
            <a:ext cx="8321040" cy="82296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85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标杆案例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8046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日本市场培育钻石价格战信号，经L3层传导分析预测将在7-10天后影响东南亚Shopee平台。系统提前发出预警，客户及时调整定价策略，避免被动跟随降价。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5820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工业级风控安全体系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457200" cy="45720"/>
          </a:xfrm>
          <a:prstGeom prst="rect">
            <a:avLst/>
          </a:prstGeom>
          <a:solidFill>
            <a:srgbClr val="FB8500"/>
          </a:solidFill>
          <a:ln/>
        </p:spPr>
      </p:sp>
      <p:pic>
        <p:nvPicPr>
          <p:cNvPr id="4" name="Image 0" descr="/workspace/app-btvkxctz25mp/tasks/ppt_images/risk_contro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05840"/>
            <a:ext cx="832104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5820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商业价值与ROI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8ECA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量化成效展示与六大评分维度全覆盖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业务价值看板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457200" cy="4572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280160"/>
            <a:ext cx="1908810" cy="18288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80160"/>
            <a:ext cx="1908810" cy="73152"/>
          </a:xfrm>
          <a:prstGeom prst="rect">
            <a:avLst>
              <a:gd name="adj" fmla="val 25000"/>
            </a:avLst>
          </a:prstGeom>
          <a:solidFill>
            <a:srgbClr val="02304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50876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3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190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1908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节省调研时间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724912"/>
            <a:ext cx="17625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3名全职分析师产能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8890" y="1280160"/>
            <a:ext cx="1908810" cy="18288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8890" y="1280160"/>
            <a:ext cx="1908810" cy="73152"/>
          </a:xfrm>
          <a:prstGeom prst="rect">
            <a:avLst>
              <a:gd name="adj" fmla="val 25000"/>
            </a:avLst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2548890" y="150876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48890" y="2240280"/>
            <a:ext cx="190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8890" y="2468880"/>
            <a:ext cx="1908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发现商机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22042" y="2724912"/>
            <a:ext cx="17625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已采纳4项战略动作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86300" y="1280160"/>
            <a:ext cx="1908810" cy="18288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6300" y="1280160"/>
            <a:ext cx="1908810" cy="73152"/>
          </a:xfrm>
          <a:prstGeom prst="rect">
            <a:avLst>
              <a:gd name="adj" fmla="val 25000"/>
            </a:avLst>
          </a:prstGeom>
          <a:solidFill>
            <a:srgbClr val="FB85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86300" y="150876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686300" y="2240280"/>
            <a:ext cx="190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6300" y="2468880"/>
            <a:ext cx="1908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早期风险预警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9452" y="2724912"/>
            <a:ext cx="17625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平均提前5.2天预警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23710" y="1280160"/>
            <a:ext cx="1908810" cy="18288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23710" y="1280160"/>
            <a:ext cx="1908810" cy="73152"/>
          </a:xfrm>
          <a:prstGeom prst="rect">
            <a:avLst>
              <a:gd name="adj" fmla="val 25000"/>
            </a:avLst>
          </a:prstGeom>
          <a:solidFill>
            <a:srgbClr val="219EBC"/>
          </a:solidFill>
          <a:ln/>
        </p:spPr>
      </p:sp>
      <p:sp>
        <p:nvSpPr>
          <p:cNvPr id="24" name="Text 22"/>
          <p:cNvSpPr/>
          <p:nvPr/>
        </p:nvSpPr>
        <p:spPr>
          <a:xfrm>
            <a:off x="6823710" y="1508760"/>
            <a:ext cx="19088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6823710" y="2468880"/>
            <a:ext cx="1908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跨市场传导命中率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96862" y="2724912"/>
            <a:ext cx="17625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成功预测6起市场波动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383280"/>
            <a:ext cx="832104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👋 早安，管理者！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3703320"/>
            <a:ext cx="8046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系统以「白话总结」替代晦涩技术指标，每日自动推送2项关键决策建议，让业务负责人无需阅读技术报告即可快速行动。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5820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六大评分维度全覆盖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457200" cy="45720"/>
          </a:xfrm>
          <a:prstGeom prst="rect">
            <a:avLst/>
          </a:prstGeom>
          <a:solidFill>
            <a:srgbClr val="FB8500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8321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5120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评分维度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0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权重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0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系统对应亮点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0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创新 Innovation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三层雷达架构 + 跨市场时差预测 + 多Agent协作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 Technical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流式SSE实时推送 + 多源评分风控 + Validator二次校验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商业 Business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ROI看板 + 节省1240小时 + 12项商机 + 85%命中率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风控 Risk Control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20%熔断阈值 + 降级策略 + 人工接管 + 回滚机制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演示 Demo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5步故事线路演模式 + Demo引导页 + 版本切换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非技术 Non-tech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10%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304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业务负责人视角 + 白话总结 + 今日行动指令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1605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系统在设计之初即围绕评分标准进行针对性优化，确保每个维度都有明确的功能支撑和数据验证。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45820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B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团队与展望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8ECA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三名九年级学生 + 一名指导老师，共同构建全球化情报雷达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团队介绍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457200" cy="4572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280160"/>
            <a:ext cx="1943100" cy="23774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80160"/>
            <a:ext cx="1943100" cy="91440"/>
          </a:xfrm>
          <a:prstGeom prst="rect">
            <a:avLst>
              <a:gd name="adj" fmla="val 30000"/>
            </a:avLst>
          </a:prstGeom>
          <a:solidFill>
            <a:srgbClr val="023047"/>
          </a:solidFill>
          <a:ln/>
        </p:spPr>
      </p:sp>
      <p:sp>
        <p:nvSpPr>
          <p:cNvPr id="6" name="Shape 4"/>
          <p:cNvSpPr/>
          <p:nvPr/>
        </p:nvSpPr>
        <p:spPr>
          <a:xfrm>
            <a:off x="1062990" y="1554480"/>
            <a:ext cx="640080" cy="640080"/>
          </a:xfrm>
          <a:prstGeom prst="ellipse">
            <a:avLst/>
          </a:prstGeom>
          <a:solidFill>
            <a:srgbClr val="023047"/>
          </a:solidFill>
          <a:ln/>
        </p:spPr>
      </p:sp>
      <p:sp>
        <p:nvSpPr>
          <p:cNvPr id="7" name="Text 5"/>
          <p:cNvSpPr/>
          <p:nvPr/>
        </p:nvSpPr>
        <p:spPr>
          <a:xfrm>
            <a:off x="115443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学生A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60604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队长 / 全栈开发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17602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负责系统架构设计、前端开发、Agent流水线实现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37460" y="1280160"/>
            <a:ext cx="1943100" cy="23774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7460" y="1280160"/>
            <a:ext cx="1943100" cy="91440"/>
          </a:xfrm>
          <a:prstGeom prst="rect">
            <a:avLst>
              <a:gd name="adj" fmla="val 30000"/>
            </a:avLst>
          </a:prstGeom>
          <a:solidFill>
            <a:srgbClr val="219EBC"/>
          </a:solidFill>
          <a:ln/>
        </p:spPr>
      </p:sp>
      <p:sp>
        <p:nvSpPr>
          <p:cNvPr id="13" name="Shape 11"/>
          <p:cNvSpPr/>
          <p:nvPr/>
        </p:nvSpPr>
        <p:spPr>
          <a:xfrm>
            <a:off x="3188970" y="1554480"/>
            <a:ext cx="640080" cy="64008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4" name="Text 12"/>
          <p:cNvSpPr/>
          <p:nvPr/>
        </p:nvSpPr>
        <p:spPr>
          <a:xfrm>
            <a:off x="328041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37460" y="2286000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9EB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学生B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37460" y="260604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算法与数据分析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28900" y="2880360"/>
            <a:ext cx="17602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负责AI模型对接、风控算法、跨市场传导模型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280160"/>
            <a:ext cx="1943100" cy="23774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280160"/>
            <a:ext cx="1943100" cy="91440"/>
          </a:xfrm>
          <a:prstGeom prst="rect">
            <a:avLst>
              <a:gd name="adj" fmla="val 30000"/>
            </a:avLst>
          </a:prstGeom>
          <a:solidFill>
            <a:srgbClr val="FB85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314950" y="1554480"/>
            <a:ext cx="640080" cy="64008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21" name="Text 19"/>
          <p:cNvSpPr/>
          <p:nvPr/>
        </p:nvSpPr>
        <p:spPr>
          <a:xfrm>
            <a:off x="540639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63440" y="2286000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85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学生C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260604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产品与设计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880360"/>
            <a:ext cx="17602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负责UI/UX设计、PPT制作、路演演示策划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89420" y="1280160"/>
            <a:ext cx="1943100" cy="2377440"/>
          </a:xfrm>
          <a:prstGeom prst="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89420" y="1280160"/>
            <a:ext cx="1943100" cy="91440"/>
          </a:xfrm>
          <a:prstGeom prst="rect">
            <a:avLst>
              <a:gd name="adj" fmla="val 30000"/>
            </a:avLst>
          </a:prstGeom>
          <a:solidFill>
            <a:srgbClr val="2A9D8F"/>
          </a:solidFill>
          <a:ln/>
        </p:spPr>
      </p:sp>
      <p:sp>
        <p:nvSpPr>
          <p:cNvPr id="27" name="Shape 25"/>
          <p:cNvSpPr/>
          <p:nvPr/>
        </p:nvSpPr>
        <p:spPr>
          <a:xfrm>
            <a:off x="7440930" y="155448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753237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89420" y="2286000"/>
            <a:ext cx="1943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老师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89420" y="260604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指导老师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80860" y="2880360"/>
            <a:ext cx="17602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负责项目方向把控、技术指导、答辩策略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5820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五大项目特色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457200" cy="4572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234440"/>
            <a:ext cx="8321040" cy="530352"/>
          </a:xfrm>
          <a:prstGeom prst="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44168"/>
            <a:ext cx="320040" cy="3200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44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独创三层雷达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46120" y="123444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L1采集→L2洞察→L3传导，从信号到战略的完整链路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901952"/>
            <a:ext cx="8321040" cy="530352"/>
          </a:xfrm>
          <a:prstGeom prst="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11680"/>
            <a:ext cx="320040" cy="3200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90195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多Agent协作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190195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4个AI Agent各司其职，流水线式作业，效率倍增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569464"/>
            <a:ext cx="8321040" cy="530352"/>
          </a:xfrm>
          <a:prstGeom prst="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56946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工业级风控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46120" y="2569464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20%熔断阈值、降级策略、人工接管，保障系统安全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236976"/>
            <a:ext cx="8321040" cy="530352"/>
          </a:xfrm>
          <a:prstGeom prst="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346704"/>
            <a:ext cx="320040" cy="3200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467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23697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业务视角优先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46120" y="3236976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白话总结替代技术指标，让非技术管理者秒懂情报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3904488"/>
            <a:ext cx="8321040" cy="530352"/>
          </a:xfrm>
          <a:prstGeom prst="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014216"/>
            <a:ext cx="320040" cy="3200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014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9044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跨市场时差预测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46120" y="3904488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230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85%命中率，平均提前5.2天预警市场波动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58200" y="4709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2468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ECA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海外市场情报雷达系统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25400">
            <a:solidFill>
              <a:srgbClr val="FB8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2461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欢迎评委老师提问与指导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海外市场情报雷达系统 — 项目展示</dc:title>
  <dc:subject>AI驱动的全球市场情报分析平台</dc:subject>
  <dc:creator>海外市场情报雷达团队</dc:creator>
  <cp:lastModifiedBy>海外市场情报雷达团队</cp:lastModifiedBy>
  <cp:revision>1</cp:revision>
  <dcterms:created xsi:type="dcterms:W3CDTF">2026-05-23T07:17:37Z</dcterms:created>
  <dcterms:modified xsi:type="dcterms:W3CDTF">2026-05-23T07:17:37Z</dcterms:modified>
</cp:coreProperties>
</file>